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4298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7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9924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1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78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697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94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05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72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1503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597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6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994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8029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6708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3713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54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Coffee Sales Dashboard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Report</a:t>
            </a:r>
          </a:p>
          <a:p>
            <a:r>
              <a:t>Prepared by: Sushil Admane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</a:t>
            </a:r>
          </a:p>
          <a:p>
            <a:r>
              <a:t>Analyze coffee sales performance using Power BI.</a:t>
            </a:r>
          </a:p>
          <a:p>
            <a:endParaRPr/>
          </a:p>
          <a:p>
            <a:r>
              <a:t>Dataset includes date, payment type, coffee type, and sales amount.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Total Sales</a:t>
            </a:r>
          </a:p>
          <a:p>
            <a:r>
              <a:t> Total Orders</a:t>
            </a:r>
          </a:p>
          <a:p>
            <a:r>
              <a:t> Card Sales</a:t>
            </a:r>
          </a:p>
          <a:p>
            <a:r>
              <a:t> Cash Sales</a:t>
            </a:r>
          </a:p>
          <a:p>
            <a:r>
              <a:t> Best Selling Coffee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Monthly sales trend shows peak performance in May.</a:t>
            </a:r>
          </a:p>
          <a:p>
            <a:r>
              <a:t>Sales slightly declined after May.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Latte is the best-selling coffee.</a:t>
            </a:r>
          </a:p>
          <a:p>
            <a:r>
              <a:t>Americano with Milk and Cappuccino follow closely.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Card payments dominate sales.</a:t>
            </a:r>
          </a:p>
          <a:p>
            <a:r>
              <a:t>Cash payments contribute a smaller portion.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F8E7-81F8-B7A1-0879-9153E3887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Dashboard </a:t>
            </a:r>
          </a:p>
        </p:txBody>
      </p:sp>
      <p:pic>
        <p:nvPicPr>
          <p:cNvPr id="4" name="Picture 3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86E55DD2-946F-037F-7E0A-C52CA5EED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587" y="2605547"/>
            <a:ext cx="6164826" cy="356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21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top-performing coffee types</a:t>
            </a:r>
          </a:p>
          <a:p>
            <a:r>
              <a:t>Encourage card payments</a:t>
            </a:r>
          </a:p>
          <a:p>
            <a:r>
              <a:t>Use insights for inventory planning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121</Words>
  <Application>Microsoft Office PowerPoint</Application>
  <PresentationFormat>On-screen Show (4:3)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Garamond</vt:lpstr>
      <vt:lpstr>Organic</vt:lpstr>
      <vt:lpstr>Coffee Sales Dashboard Report</vt:lpstr>
      <vt:lpstr>Project Overview</vt:lpstr>
      <vt:lpstr>Key KPIs</vt:lpstr>
      <vt:lpstr>Sales Trend Analysis</vt:lpstr>
      <vt:lpstr>Product Performance</vt:lpstr>
      <vt:lpstr>Payment Analysis</vt:lpstr>
      <vt:lpstr>Dashboard </vt:lpstr>
      <vt:lpstr>Insights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sushil admane</cp:lastModifiedBy>
  <cp:revision>2</cp:revision>
  <dcterms:created xsi:type="dcterms:W3CDTF">2013-01-27T09:14:16Z</dcterms:created>
  <dcterms:modified xsi:type="dcterms:W3CDTF">2025-12-15T18:21:22Z</dcterms:modified>
  <cp:category/>
</cp:coreProperties>
</file>